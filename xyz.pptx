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Ticket Booking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Group Members:</a:t>
            </a:r>
          </a:p>
          <a:p>
            <a:r>
              <a:rPr dirty="0"/>
              <a:t>2510030366 - Affan</a:t>
            </a:r>
          </a:p>
          <a:p>
            <a:r>
              <a:rPr dirty="0"/>
              <a:t>2510040096 - Fardeen</a:t>
            </a:r>
          </a:p>
          <a:p>
            <a:r>
              <a:rPr dirty="0"/>
              <a:t>2510030363 - Sai Charan</a:t>
            </a:r>
          </a:p>
          <a:p>
            <a:endParaRPr dirty="0"/>
          </a:p>
          <a:p>
            <a:r>
              <a:rPr dirty="0"/>
              <a:t>Guided By: __</a:t>
            </a:r>
            <a:r>
              <a:rPr lang="en-US" dirty="0" err="1"/>
              <a:t>Prof.Mahesh</a:t>
            </a:r>
            <a:r>
              <a:rPr lang="en-US" dirty="0"/>
              <a:t> Babu</a:t>
            </a:r>
            <a:r>
              <a:rPr dirty="0"/>
              <a:t>________</a:t>
            </a:r>
          </a:p>
          <a:p>
            <a:r>
              <a:rPr dirty="0"/>
              <a:t>(Add KLH Logo on top right)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is used to manage ticket booking using Java.</a:t>
            </a:r>
          </a:p>
          <a:p>
            <a:r>
              <a:t>User can book, cancel and display tickets easily.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Linked List is used to store passenger details.</a:t>
            </a:r>
          </a:p>
          <a:p>
            <a:r>
              <a:t>Array is used for seat management.</a:t>
            </a:r>
          </a:p>
          <a:p>
            <a:r>
              <a:t>Stack is used to store cancelled tickets.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Book Ticket</a:t>
            </a:r>
          </a:p>
          <a:p>
            <a:r>
              <a:t>• Cancel Ticket</a:t>
            </a:r>
          </a:p>
          <a:p>
            <a:r>
              <a:t>• Display Passengers</a:t>
            </a:r>
          </a:p>
          <a:p>
            <a:r>
              <a:t>• Handles invalid inputs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 Ticket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Book() code screenshots (2–3 images)</a:t>
            </a:r>
          </a:p>
          <a:p>
            <a:r>
              <a:t>Insert Output screenshot</a:t>
            </a:r>
          </a:p>
          <a:p>
            <a:endParaRPr/>
          </a:p>
          <a:p>
            <a:r>
              <a:t>This function books ticket and assigns seat.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Cancel Ticket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Cancel() code screenshots</a:t>
            </a:r>
          </a:p>
          <a:p>
            <a:r>
              <a:t>Insert Output screenshot</a:t>
            </a:r>
          </a:p>
          <a:p>
            <a:endParaRPr/>
          </a:p>
          <a:p>
            <a:r>
              <a:t>This function cancels ticket using ticket number.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Display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Display() code screenshot</a:t>
            </a:r>
          </a:p>
          <a:p>
            <a:r>
              <a:t>Insert Output screenshot</a:t>
            </a:r>
          </a:p>
          <a:p>
            <a:endParaRPr/>
          </a:p>
          <a:p>
            <a:r>
              <a:t>This function displays all passengers.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full program output screenshot</a:t>
            </a:r>
          </a:p>
          <a:p>
            <a:endParaRPr/>
          </a:p>
          <a:p>
            <a:r>
              <a:t>This shows complete working of the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167</Words>
  <Application>Microsoft Office PowerPoint</Application>
  <PresentationFormat>On-screen Show (4:3)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Ticket Booking System</vt:lpstr>
      <vt:lpstr>About Project</vt:lpstr>
      <vt:lpstr>Working</vt:lpstr>
      <vt:lpstr>Features</vt:lpstr>
      <vt:lpstr>Book Ticket Operation</vt:lpstr>
      <vt:lpstr>Cancel Ticket Operation</vt:lpstr>
      <vt:lpstr>Display Operation</vt:lpstr>
      <vt:lpstr>Output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mohammed affan</dc:creator>
  <cp:keywords/>
  <dc:description>generated using python-pptx</dc:description>
  <cp:lastModifiedBy>mohammed affan</cp:lastModifiedBy>
  <cp:revision>2</cp:revision>
  <dcterms:created xsi:type="dcterms:W3CDTF">2013-01-27T09:14:16Z</dcterms:created>
  <dcterms:modified xsi:type="dcterms:W3CDTF">2026-03-28T05:43:23Z</dcterms:modified>
  <cp:category/>
</cp:coreProperties>
</file>